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77"/>
    <p:restoredTop sz="97164"/>
  </p:normalViewPr>
  <p:slideViewPr>
    <p:cSldViewPr snapToGrid="0">
      <p:cViewPr varScale="1">
        <p:scale>
          <a:sx n="155" d="100"/>
          <a:sy n="155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주당 문서시간</c:v>
                </c:pt>
              </c:strCache>
            </c:strRef>
          </c:tx>
          <c:spPr>
            <a:solidFill>
              <a:srgbClr val="1456F0"/>
            </a:solidFill>
          </c:spPr>
          <c:cat>
            <c:strRef>
              <c:f>Sheet1!$A$2:$A$4</c:f>
              <c:strCache>
                <c:ptCount val="3"/>
                <c:pt idx="0">
                  <c:v>마케팅</c:v>
                </c:pt>
                <c:pt idx="1">
                  <c:v>영업</c:v>
                </c:pt>
                <c:pt idx="2">
                  <c:v>개발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8</c:v>
                </c:pt>
                <c:pt idx="2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E8E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pc="-6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pc="-60"/>
            </a:lvl1pPr>
          </a:lstStyle>
          <a:p>
            <a:fld id="{0A1EBAF3-FDE6-FC4D-8FF7-94F71BB5CE42}" type="datetimeFigureOut">
              <a:t>2026. 5. 4.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pc="-6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pc="-6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your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our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87" y="396875"/>
            <a:ext cx="847738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spc="-1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Pretendard" pitchFamily="34" charset="0"/>
        <a:buChar char="•"/>
        <a:defRPr sz="2667" spc="-133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Pretendard" pitchFamily="34" charset="0"/>
        <a:buChar char="–"/>
        <a:defRPr sz="2333" spc="-117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2000" spc="-1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Pretendard" pitchFamily="34" charset="0"/>
        <a:buChar char="–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Pretendard" pitchFamily="34" charset="0"/>
        <a:buChar char="»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000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0">
                <a:solidFill>
                  <a:srgbClr val="1456F0"/>
                </a:solidFill>
                <a:latin typeface="Pretendard"/>
              </a:rPr>
              <a:t>INTERNAL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10500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5400" b="1" spc="-270">
                <a:solidFill>
                  <a:srgbClr val="222222"/>
                </a:solidFill>
                <a:latin typeface="Pretendard"/>
              </a:rPr>
              <a:t>사내 AI 글쓰기 도구</a:t>
            </a:r>
          </a:p>
          <a:p>
            <a:pPr algn="l"/>
            <a:r>
              <a:rPr sz="5400" b="1" spc="-270">
                <a:solidFill>
                  <a:srgbClr val="222222"/>
                </a:solidFill>
                <a:latin typeface="Pretendard"/>
              </a:rPr>
              <a:t>도입 검토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43400"/>
            <a:ext cx="640080" cy="6400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617720"/>
            <a:ext cx="9500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800" b="0" spc="-90">
                <a:solidFill>
                  <a:srgbClr val="45515E"/>
                </a:solidFill>
                <a:latin typeface="Pretendard"/>
              </a:rPr>
              <a:t>주당 평균 9시간의 문서 작업, 도입 시 약 3시간 절감 기대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9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0">
                <a:solidFill>
                  <a:srgbClr val="8E8E93"/>
                </a:solidFill>
                <a:latin typeface="Pretendard"/>
              </a:rPr>
              <a:t>2026 · Internal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문서 작업에 시간이 쏠리고, 표준이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현재 문서 작성 실태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01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주당 평균 9시간 투입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15520"/>
            <a:ext cx="110000" cy="110000"/>
          </a:xfrm>
          <a:prstGeom prst="roundRect">
            <a:avLst>
              <a:gd name="adj" fmla="val 3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200" y="2255520"/>
            <a:ext cx="5198800" cy="42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 spc="-70">
                <a:solidFill>
                  <a:srgbClr val="222222"/>
                </a:solidFill>
                <a:latin typeface="Pretendard"/>
              </a:rPr>
              <a:t>문서 작업 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200" y="2685520"/>
            <a:ext cx="519880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100" b="0" spc="-55">
                <a:solidFill>
                  <a:srgbClr val="45515E"/>
                </a:solidFill>
                <a:latin typeface="Pretendard"/>
              </a:rPr>
              <a:t>문서 작성에 쓰는 시간이 주당 평균 9시간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6000" y="2315520"/>
            <a:ext cx="110000" cy="110000"/>
          </a:xfrm>
          <a:prstGeom prst="roundRect">
            <a:avLst>
              <a:gd name="adj" fmla="val 3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6000" y="2255520"/>
            <a:ext cx="5198800" cy="42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1" spc="-70">
                <a:solidFill>
                  <a:srgbClr val="222222"/>
                </a:solidFill>
                <a:latin typeface="Pretendard"/>
              </a:rPr>
              <a:t>표준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6000" y="2685520"/>
            <a:ext cx="5198800" cy="7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100" b="0" spc="-55">
                <a:solidFill>
                  <a:srgbClr val="45515E"/>
                </a:solidFill>
                <a:latin typeface="Pretendard"/>
              </a:rPr>
              <a:t>부서별 편차가 크고 품질 표준이 없음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02 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부서별 주당 문서 작업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마케팅이 가장 많고 개발이 가장 적다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02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-45">
                <a:solidFill>
                  <a:srgbClr val="8E8E93"/>
                </a:solidFill>
                <a:latin typeface="Pretendard"/>
              </a:rPr>
              <a:t>단위: 시간 / 주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255520"/>
          <a:ext cx="11277600" cy="382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03 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도입으로 기대되는 세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시간·품질·온보딩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03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55520"/>
            <a:ext cx="9000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7200" y="2842213"/>
            <a:ext cx="6000" cy="9833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7200" y="2255520"/>
            <a:ext cx="34000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작성 시간 단축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7200" y="2255520"/>
            <a:ext cx="65776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반복 문서 템플릿화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76066"/>
            <a:ext cx="9000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7200" y="4162759"/>
            <a:ext cx="6000" cy="9833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7200" y="3576066"/>
            <a:ext cx="34000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품질 표준화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00" y="3576066"/>
            <a:ext cx="65776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톤·구조 가이드 내장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96612"/>
            <a:ext cx="9000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200" b="1" spc="0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7200" y="5483305"/>
            <a:ext cx="6000" cy="98338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7200" y="4896612"/>
            <a:ext cx="34000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500" b="1" spc="-75">
                <a:solidFill>
                  <a:srgbClr val="222222"/>
                </a:solidFill>
                <a:latin typeface="Pretendard"/>
              </a:rPr>
              <a:t>온보딩 가속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00" y="4896612"/>
            <a:ext cx="6577600" cy="118338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신규 입사자 학습 곡선 완화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-55">
                <a:solidFill>
                  <a:srgbClr val="8E8E93"/>
                </a:solidFill>
                <a:latin typeface="Pretendard"/>
              </a:rPr>
              <a:t>04 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3000" b="1" spc="-150">
                <a:solidFill>
                  <a:srgbClr val="222222"/>
                </a:solidFill>
                <a:latin typeface="Pretendard"/>
              </a:rPr>
              <a:t>도입 시 주당 약 3시간 절감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400" b="0" spc="-70">
                <a:solidFill>
                  <a:srgbClr val="45515E"/>
                </a:solidFill>
                <a:latin typeface="Pretendard"/>
              </a:rPr>
              <a:t>검토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900" b="0" spc="0">
                <a:solidFill>
                  <a:srgbClr val="8E8E93"/>
                </a:solidFill>
                <a:latin typeface="Pretendard"/>
              </a:rPr>
              <a:t>04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r"/>
            <a:r>
              <a:rPr sz="900" b="0" spc="0">
                <a:solidFill>
                  <a:srgbClr val="8E8E93"/>
                </a:solidFill>
                <a:latin typeface="Pretendard"/>
              </a:rPr>
              <a:t>Internal Review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55520"/>
            <a:ext cx="11277600" cy="1700000"/>
          </a:xfrm>
          <a:prstGeom prst="roundRect">
            <a:avLst>
              <a:gd name="adj" fmla="val 55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200" y="2255520"/>
            <a:ext cx="10437600" cy="17000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600" b="1" spc="-130">
                <a:solidFill>
                  <a:srgbClr val="FFFFFF"/>
                </a:solidFill>
                <a:latin typeface="Pretendard"/>
              </a:rPr>
              <a:t>도입 시 주당 약 3시간 절감이 기대된다.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55520"/>
            <a:ext cx="3559200" cy="182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200" y="4455520"/>
            <a:ext cx="307920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00" y="4835520"/>
            <a:ext cx="3079200" cy="112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현재 문서 작업 주당 평균 9시간 투입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6400" y="4255520"/>
            <a:ext cx="3559200" cy="182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400" y="4455520"/>
            <a:ext cx="307920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400" y="4835520"/>
            <a:ext cx="3079200" cy="112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반복 문서 템플릿화로 작성 시간 단축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5600" y="4255520"/>
            <a:ext cx="3559200" cy="182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5600" y="4455520"/>
            <a:ext cx="3079200" cy="36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300" b="1" spc="0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5600" y="4835520"/>
            <a:ext cx="3079200" cy="112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200" b="0" spc="-60">
                <a:solidFill>
                  <a:srgbClr val="45515E"/>
                </a:solidFill>
                <a:latin typeface="Pretendard"/>
              </a:rPr>
              <a:t>톤·구조 가이드로 품질 표준화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000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100" b="1" spc="0">
                <a:solidFill>
                  <a:srgbClr val="1456F0"/>
                </a:solidFill>
                <a:latin typeface="Pretendard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105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5400" b="1" spc="-270">
                <a:solidFill>
                  <a:srgbClr val="222222"/>
                </a:solidFill>
                <a:latin typeface="Pretendard"/>
              </a:rP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86200"/>
            <a:ext cx="640080" cy="6400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172200"/>
            <a:ext cx="90000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/>
            <a:r>
              <a:rPr sz="1000" b="0" spc="0">
                <a:solidFill>
                  <a:srgbClr val="8E8E93"/>
                </a:solidFill>
                <a:latin typeface="Pretendard"/>
              </a:rPr>
              <a:t>2026 · Internal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2869</Words>
  <Application>Microsoft Macintosh PowerPoint</Application>
  <PresentationFormat>와이드스크린</PresentationFormat>
  <Paragraphs>429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Pretendard</vt:lpstr>
      <vt:lpstr>Arial</vt:lpstr>
      <vt:lpstr>Calibri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Kim</dc:creator>
  <cp:lastModifiedBy>Matthew Kim</cp:lastModifiedBy>
  <cp:revision>2</cp:revision>
  <dcterms:created xsi:type="dcterms:W3CDTF">2026-05-01T14:56:49Z</dcterms:created>
  <dcterms:modified xsi:type="dcterms:W3CDTF">2026-05-04T07:14:27Z</dcterms:modified>
</cp:coreProperties>
</file>