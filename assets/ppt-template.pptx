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77"/>
    <p:restoredTop sz="97164"/>
  </p:normalViewPr>
  <p:slideViewPr>
    <p:cSldViewPr snapToGrid="0">
      <p:cViewPr varScale="1">
        <p:scale>
          <a:sx n="155" d="100"/>
          <a:sy n="155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pc="-60"/>
            </a:lvl1pPr>
          </a:lstStyle>
          <a:p>
            <a:fld id="{0A1EBAF3-FDE6-FC4D-8FF7-94F71BB5CE42}" type="datetimeFigureOut">
              <a:t>2026. 5. 4.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pc="-6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your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our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87" y="396875"/>
            <a:ext cx="847738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spc="-1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667" spc="-133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Pretendard" pitchFamily="34" charset="0"/>
        <a:buChar char="–"/>
        <a:defRPr sz="2333" spc="-117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000" spc="-1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Pretendard" pitchFamily="34" charset="0"/>
        <a:buChar char="–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Pretendard" pitchFamily="34" charset="0"/>
        <a:buChar char="»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000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0">
                <a:solidFill>
                  <a:srgbClr val="1456F0"/>
                </a:solidFill>
                <a:latin typeface="Pretendard"/>
              </a:rPr>
              <a:t>YOUR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10500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프레젠테이션 제목을</a:t>
            </a:r>
          </a:p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여기에 입력하세요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43400"/>
            <a:ext cx="640080" cy="6400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617720"/>
            <a:ext cx="9500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800" b="0" spc="-90">
                <a:solidFill>
                  <a:srgbClr val="45515E"/>
                </a:solidFill>
                <a:latin typeface="Pretendard"/>
              </a:rPr>
              <a:t>부제 · 한 줄 요약을 입력하는 영역입니다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9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0">
                <a:solidFill>
                  <a:srgbClr val="8E8E93"/>
                </a:solidFill>
                <a:latin typeface="Pretendard"/>
              </a:rPr>
              <a:t>2026 · Your Organization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000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0">
                <a:solidFill>
                  <a:srgbClr val="1456F0"/>
                </a:solidFill>
                <a:latin typeface="Pretendard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105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86200"/>
            <a:ext cx="640080" cy="6400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60520"/>
            <a:ext cx="9500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800" b="0" spc="-90">
                <a:solidFill>
                  <a:srgbClr val="45515E"/>
                </a:solidFill>
                <a:latin typeface="Pretendard"/>
              </a:rPr>
              <a:t>끝까지 읽어주셔서 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9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0">
                <a:solidFill>
                  <a:srgbClr val="8E8E93"/>
                </a:solidFill>
                <a:latin typeface="Pretendard"/>
              </a:rPr>
              <a:t>contact@your-logo.com   ·   your-logo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2869</Words>
  <Application>Microsoft Macintosh PowerPoint</Application>
  <PresentationFormat>와이드스크린</PresentationFormat>
  <Paragraphs>429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Pretendard</vt:lpstr>
      <vt:lpstr>Arial</vt:lpstr>
      <vt:lpstr>Calibri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Kim</dc:creator>
  <cp:lastModifiedBy>Matthew Kim</cp:lastModifiedBy>
  <cp:revision>2</cp:revision>
  <dcterms:created xsi:type="dcterms:W3CDTF">2026-05-01T14:56:49Z</dcterms:created>
  <dcterms:modified xsi:type="dcterms:W3CDTF">2026-05-04T07:14:27Z</dcterms:modified>
</cp:coreProperties>
</file>